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배터리 데이터 툴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업데이트 공유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31520" y="3200400"/>
            <a:ext cx="13716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배터리 그룹 내부 공유 | 15분 브리핑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오늘의 공유 내용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0972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1732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54864" cy="73152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572768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5544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103120" y="14904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현황 탭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103120" y="180136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필터링 기능을 활용한 실험 현황 파악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2286000"/>
            <a:ext cx="54864" cy="73152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41448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00200" y="2423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2103120" y="23591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사이클데이터 탭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2103120" y="267004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입력 방식으로 데이터 로딩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31520" y="315468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31520" y="3154680"/>
            <a:ext cx="54864" cy="73152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310128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0020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2103120" y="32278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패턴 수정 탭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2103120" y="35387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전류 변경 기능 사용법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731520" y="402336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31520" y="4023360"/>
            <a:ext cx="54864" cy="73152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178808"/>
            <a:ext cx="411480" cy="4114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00200" y="4160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0"/>
          <p:cNvSpPr/>
          <p:nvPr/>
        </p:nvSpPr>
        <p:spPr>
          <a:xfrm>
            <a:off x="2103120" y="40965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전기화학 탭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2103120" y="440740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P2D 모델 프로토 버전 소개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320040"/>
            <a:ext cx="1005840" cy="320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200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현황 탭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9202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필터링으로 실험 현황 한눈에 파악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00584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078992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9875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다중 필터링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63040" y="13258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셀 ID, 실험 종류, 날짜 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복합 조건으로 필터링 가능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228600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3591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22677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실험 상태 확인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46304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진행/완료/중단 상태를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실시간으로 모니터링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356616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639312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35478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빠른 현황 파악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463040" y="3886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필터 조합으로 원하는 실험을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검색·조회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754880" y="1005840"/>
            <a:ext cx="3931920" cy="310896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  <a:prstDash val="dash"/>
          </a:ln>
        </p:spPr>
      </p:sp>
      <p:sp>
        <p:nvSpPr>
          <p:cNvPr id="19" name="Text 14"/>
          <p:cNvSpPr/>
          <p:nvPr/>
        </p:nvSpPr>
        <p:spPr>
          <a:xfrm>
            <a:off x="4754880" y="192024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스크린샷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(현황 탭 화면)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31520" y="4434840"/>
            <a:ext cx="7680960" cy="411480"/>
          </a:xfrm>
          <a:prstGeom prst="rect">
            <a:avLst/>
          </a:prstGeom>
          <a:solidFill>
            <a:srgbClr val="CCFBF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498848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44348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자주 사용하는 필터 조합을 기억해두면 효율적으로 실험을 관리할 수 있습니다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320040"/>
            <a:ext cx="1645920" cy="320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20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사이클데이터 탭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60320" y="2743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경로 입력으로 사이클 데이터 로딩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2377440" cy="2011680"/>
          </a:xfrm>
          <a:prstGeom prst="rect">
            <a:avLst/>
          </a:prstGeom>
          <a:solidFill>
            <a:srgbClr val="F0FD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54480" y="128016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경로 입력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4231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파일이 있는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폴더 경로를 입력</a:t>
            </a:r>
            <a:endParaRPr lang="en-US" sz="12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1828800"/>
            <a:ext cx="320040" cy="3200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657600" y="1097280"/>
            <a:ext cx="2377440" cy="2011680"/>
          </a:xfrm>
          <a:prstGeom prst="rect">
            <a:avLst/>
          </a:prstGeom>
          <a:solidFill>
            <a:srgbClr val="F0FD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1"/>
          <p:cNvSpPr/>
          <p:nvPr/>
        </p:nvSpPr>
        <p:spPr>
          <a:xfrm>
            <a:off x="448056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840480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로드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840480" y="24231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입력된 경로에서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사이클 데이터 자동 로딩</a:t>
            </a:r>
            <a:endParaRPr lang="en-US" sz="12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828800"/>
            <a:ext cx="320040" cy="3200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583680" y="1097280"/>
            <a:ext cx="2377440" cy="2011680"/>
          </a:xfrm>
          <a:prstGeom prst="rect">
            <a:avLst/>
          </a:prstGeom>
          <a:solidFill>
            <a:srgbClr val="F0FD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406640" y="128016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6"/>
          <p:cNvSpPr/>
          <p:nvPr/>
        </p:nvSpPr>
        <p:spPr>
          <a:xfrm>
            <a:off x="7406640" y="1280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6766560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결과 확인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766560" y="24231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용량, 전압, 효율 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사이클별 데이터 조회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731520" y="3566160"/>
            <a:ext cx="7680960" cy="128016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  <a:prstDash val="dash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3749040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731520" y="4160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스크린샷 (경로 입력 화면)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320040"/>
            <a:ext cx="1463040" cy="320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200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패턴 수정 탭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3774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충방전 패턴의 전류 값 변경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840480" cy="2011680"/>
          </a:xfrm>
          <a:prstGeom prst="rect">
            <a:avLst/>
          </a:prstGeom>
          <a:solidFill>
            <a:srgbClr val="F0FD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123444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298448"/>
            <a:ext cx="374904" cy="37490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91640" y="1234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전류 변경 기능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05840" y="187452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충방전 패턴에서 전류 값을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수정할 수 있습니다.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지원 범위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전류(Current) 값 변경만 가능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전압, 시간 등 기타 조건은 향후 확장 예정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937760" y="1051560"/>
            <a:ext cx="3657600" cy="201168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4937760" y="155448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스크린샷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(패턴 수정 화면)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사용 방법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31520" y="37490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3"/>
          <p:cNvSpPr/>
          <p:nvPr/>
        </p:nvSpPr>
        <p:spPr>
          <a:xfrm>
            <a:off x="73152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234440" y="37490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패턴 수정 탭 진입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2788920" y="37490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9" name="Text 16"/>
          <p:cNvSpPr/>
          <p:nvPr/>
        </p:nvSpPr>
        <p:spPr>
          <a:xfrm>
            <a:off x="278892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291840" y="37490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수정할 스텝 선택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846320" y="37490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Text 19"/>
          <p:cNvSpPr/>
          <p:nvPr/>
        </p:nvSpPr>
        <p:spPr>
          <a:xfrm>
            <a:off x="484632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349240" y="37490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전류 값 입력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903720" y="37490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5" name="Text 22"/>
          <p:cNvSpPr/>
          <p:nvPr/>
        </p:nvSpPr>
        <p:spPr>
          <a:xfrm>
            <a:off x="690372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7406640" y="37490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및 적용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31520" y="4572000"/>
            <a:ext cx="768096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8" name="Text 25"/>
          <p:cNvSpPr/>
          <p:nvPr/>
        </p:nvSpPr>
        <p:spPr>
          <a:xfrm>
            <a:off x="1005840" y="457200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현재 버전에서는 전류 변경만 지원됩니다. 전압·시간 조건 수정은 다음 업데이트에서 추가 예정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320040"/>
            <a:ext cx="1371600" cy="320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20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전기화학 탭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P2D 모델 — 구조와 지배방정식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840480" cy="1417320"/>
          </a:xfrm>
          <a:prstGeom prst="rect">
            <a:avLst/>
          </a:prstGeom>
          <a:solidFill>
            <a:srgbClr val="F0FD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914400"/>
            <a:ext cx="54864" cy="1417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1024128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088136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10241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P2D (Pseudo 2D) 모델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05840" y="14630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셀 두께 방향 1D (음극→분리막→양극)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활물질 입자 내부 반경 방향 1D (고상 확산)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스케일을 결합하여 전기화학 거동 모사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31520" y="2560320"/>
            <a:ext cx="3840480" cy="2011680"/>
          </a:xfrm>
          <a:prstGeom prst="rect">
            <a:avLst/>
          </a:prstGeom>
          <a:solidFill>
            <a:srgbClr val="F0FDF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56032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Shape 11"/>
          <p:cNvSpPr/>
          <p:nvPr/>
        </p:nvSpPr>
        <p:spPr>
          <a:xfrm>
            <a:off x="1005840" y="2670048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2734056"/>
            <a:ext cx="329184" cy="3291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45920" y="2670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핵심 지배방정식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005840" y="31546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전해질 Li⁺ 수송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2606040" y="31546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농도·전위 분포 (확산 + 이동)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1005840" y="348386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고상 확산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2606040" y="34838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입자 내 Li 농도 (Fick's law, 구좌표)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1005840" y="381304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전하 보존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2606040" y="38130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고상/액상 전위 (Ohm's law)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05840" y="41422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전하 이동 반응속도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2606040" y="41422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Butler-Volmer 식 (j₀, η, α)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4846320" y="914400"/>
            <a:ext cx="3749040" cy="36576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  <a:prstDash val="dash"/>
          </a:ln>
        </p:spPr>
      </p:sp>
      <p:sp>
        <p:nvSpPr>
          <p:cNvPr id="26" name="Text 22"/>
          <p:cNvSpPr/>
          <p:nvPr/>
        </p:nvSpPr>
        <p:spPr>
          <a:xfrm>
            <a:off x="4846320" y="219456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P2D 모델 구조도 또는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스크린샷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5029200" y="32004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음극 | 분리막 | 양극  ←  셀 두께 방향(x)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입자 내부 반경 방향(r)  ←  고상 확산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320040"/>
            <a:ext cx="1371600" cy="320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20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전기화학 탭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파라미터 현황 — 프로토 버전 (문헌값)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960120"/>
            <a:ext cx="768096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960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9601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파라미터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9601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출처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1371600"/>
            <a:ext cx="7680960" cy="6400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1527048"/>
            <a:ext cx="1097280" cy="32918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152704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기하학적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13716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전극 두께, 입자 반경, 공극률(ε)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720840" y="1554480"/>
            <a:ext cx="118872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1554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문헌값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2011680"/>
            <a:ext cx="7680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68680" y="2167128"/>
            <a:ext cx="1097280" cy="32918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216712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수송 물성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94560" y="2011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고상 확산계수(Dₛ), 전해질 확산계수(Dₑ),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이온전도도(κ), 전이 수(t⁺)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20840" y="2194560"/>
            <a:ext cx="118872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2194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문헌값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3" name="Shape 21"/>
          <p:cNvSpPr/>
          <p:nvPr/>
        </p:nvSpPr>
        <p:spPr>
          <a:xfrm>
            <a:off x="868680" y="2807208"/>
            <a:ext cx="1097280" cy="32918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280720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반응속도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94560" y="26517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반응 속도 상수(k₀), 전하이동계수(α)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20840" y="2834640"/>
            <a:ext cx="118872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7" name="Text 25"/>
          <p:cNvSpPr/>
          <p:nvPr/>
        </p:nvSpPr>
        <p:spPr>
          <a:xfrm>
            <a:off x="6720840" y="2834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문헌값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3291840"/>
            <a:ext cx="7680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68680" y="3447288"/>
            <a:ext cx="1097280" cy="32918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344728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열역학적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94560" y="32918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OCV 곡선 (개방회로전압 vs SOC)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720840" y="3474720"/>
            <a:ext cx="118872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33" name="Text 31"/>
          <p:cNvSpPr/>
          <p:nvPr/>
        </p:nvSpPr>
        <p:spPr>
          <a:xfrm>
            <a:off x="6720840" y="3474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문헌값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" y="3794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향후 로드맵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31520" y="4251960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251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4206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물성 측정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(EIS, GITT 등)</a:t>
            </a:r>
            <a:endParaRPr lang="en-US" sz="1200" dirty="0"/>
          </a:p>
        </p:txBody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4315968"/>
            <a:ext cx="228600" cy="22860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3611880" y="42519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0" name="Text 37"/>
          <p:cNvSpPr/>
          <p:nvPr/>
        </p:nvSpPr>
        <p:spPr>
          <a:xfrm>
            <a:off x="3611880" y="4251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4160520" y="4206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측정값 반영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캘리브레이션</a:t>
            </a:r>
            <a:endParaRPr lang="en-US" sz="1200" dirty="0"/>
          </a:p>
        </p:txBody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315968"/>
            <a:ext cx="228600" cy="228600"/>
          </a:xfrm>
          <a:prstGeom prst="rect">
            <a:avLst/>
          </a:prstGeom>
        </p:spPr>
      </p:pic>
      <p:sp>
        <p:nvSpPr>
          <p:cNvPr id="43" name="Shape 39"/>
          <p:cNvSpPr/>
          <p:nvPr/>
        </p:nvSpPr>
        <p:spPr>
          <a:xfrm>
            <a:off x="6492240" y="4251960"/>
            <a:ext cx="411480" cy="41148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44" name="Text 40"/>
          <p:cNvSpPr/>
          <p:nvPr/>
        </p:nvSpPr>
        <p:spPr>
          <a:xfrm>
            <a:off x="6492240" y="4251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45" name="Text 41"/>
          <p:cNvSpPr/>
          <p:nvPr/>
        </p:nvSpPr>
        <p:spPr>
          <a:xfrm>
            <a:off x="7040880" y="4206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셀 설계 최적화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연계 활용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요약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960120"/>
            <a:ext cx="9144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280160"/>
            <a:ext cx="7680960" cy="6400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417320"/>
            <a:ext cx="137160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17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14600" y="12801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필터링으로 실험 현황을 빠르게 파악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057400"/>
            <a:ext cx="7680960" cy="6400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2194560"/>
            <a:ext cx="137160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194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사이클데이터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14600" y="20574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입력 방식으로 데이터 로딩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2834640"/>
            <a:ext cx="7680960" cy="6400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2971800"/>
            <a:ext cx="137160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패턴 수정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14600" y="28346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충방전 패턴의 전류 값 변경 가능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7680960" cy="64008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3749040"/>
            <a:ext cx="137160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749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전기화학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514600" y="36118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P2D 프로토 버전 (문헌값 기반) · 자체 물성 확보 후 고도화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4572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감사합니다. 질문 및 피드백 환영합니다!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배터리 데이터 툴 업데이트 공유</dc:title>
  <dc:subject>PptxGenJS Presentation</dc:subject>
  <dc:creator>St.Ryu</dc:creator>
  <cp:lastModifiedBy>St.Ryu</cp:lastModifiedBy>
  <cp:revision>1</cp:revision>
  <dcterms:created xsi:type="dcterms:W3CDTF">2026-04-08T07:20:07Z</dcterms:created>
  <dcterms:modified xsi:type="dcterms:W3CDTF">2026-04-08T07:20:07Z</dcterms:modified>
</cp:coreProperties>
</file>