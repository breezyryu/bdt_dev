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배터리 데이터 툴</a:t>
            </a:r>
            <a:endParaRPr lang="en-US" sz="4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업데이트 공유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배터리 그룹 내부 공유 | 15분 브리핑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오늘의 공유 내용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1732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2103120" y="1490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현황 탭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103120" y="18013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 기능을 활용한 실험 현황 파악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28600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441448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423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103120" y="2359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사이클데이터 탭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103120" y="267004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입력 방식으로 데이터 로딩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31520" y="315468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15468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310128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2918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2103120" y="3227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패턴 수정 탭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103120" y="35387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전류 변경 기능 사용법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731520" y="40233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023360"/>
            <a:ext cx="54864" cy="7315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178808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160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2103120" y="4096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전기화학 탭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103120" y="44074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P2D 모델 프로토 버전 소개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0058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 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필터링으로 실험 현황 한눈에 파악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078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다중 필터링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3258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 ID, 실험 종류, 날짜 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조건으로 필터링 가능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35915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실험 상태 확인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2606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진행/완료/중단 상태를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실시간으로 모니터링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63931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빠른 현황 파악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388620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 조합으로 원하는 실험을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검색·조회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54880" y="1005840"/>
            <a:ext cx="3931920" cy="31089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4754880" y="19202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스크린샷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(현황 탭 화면)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31520" y="4434840"/>
            <a:ext cx="7680960" cy="411480"/>
          </a:xfrm>
          <a:prstGeom prst="rect">
            <a:avLst/>
          </a:prstGeom>
          <a:solidFill>
            <a:srgbClr val="CCFB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9884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434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자주 사용하는 필터 조합을 기억해두면 효율적으로 실험을 관리할 수 있습니다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6459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사이클데이터 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경로 입력으로 사이클 데이터 로딩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237744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5448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경로 입력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파일이 있는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경로를 입력</a:t>
            </a:r>
            <a:endParaRPr lang="en-US" sz="12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828800"/>
            <a:ext cx="320040" cy="3200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7600" y="1097280"/>
            <a:ext cx="237744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48056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44805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8404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로드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840480" y="2423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입력된 경로에서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 데이터 자동 로딩</a:t>
            </a:r>
            <a:endParaRPr lang="en-US" sz="12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28800"/>
            <a:ext cx="320040" cy="320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83680" y="1097280"/>
            <a:ext cx="237744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406640" y="12801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7406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676656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결과 확인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766560" y="24231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용량, 전압, 효율 등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사이클별 데이터 조회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31520" y="3566160"/>
            <a:ext cx="7680960" cy="128016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dash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7490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스크린샷 (경로 입력 화면)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수정 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37744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충방전 패턴의 전류 값 변경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3840480" cy="20116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51560"/>
            <a:ext cx="54864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29844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전류 변경 기능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05840" y="1874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충방전 패턴에서 전류 값을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 수정할 수 있습니다.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지원 범위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전류(Current) 값 변경만 가능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전압, 시간 등 기타 조건은 향후 확장 예정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937760" y="1051560"/>
            <a:ext cx="3657600" cy="2011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493776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스크린샷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(패턴 수정 화면)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방법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7315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344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수정 탭 진입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2788920" y="3749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7889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918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수정할 스텝 선택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846320" y="3749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8463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492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전류 값 입력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903720" y="3749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690372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406640" y="37490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및 적용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5"/>
          <p:cNvSpPr/>
          <p:nvPr/>
        </p:nvSpPr>
        <p:spPr>
          <a:xfrm>
            <a:off x="1005840" y="457200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현재 버전에서는 전류 변경만 지원됩니다. 전압·시간 조건 수정은 다음 업데이트에서 추가 예정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320040"/>
            <a:ext cx="137160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20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 탭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P2D 모델 기반 전기화학 시뮬레이션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005840"/>
            <a:ext cx="3840480" cy="14630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005840"/>
            <a:ext cx="54864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1430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20700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P2D 모델이란?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05840" y="16002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Two-Dimensional 모델로,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리튬이온 배터리의 전기화학적 거동을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기반으로 시뮬레이션합니다.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" y="2697480"/>
            <a:ext cx="3840480" cy="146304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31520" y="2697480"/>
            <a:ext cx="54864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Shape 11"/>
          <p:cNvSpPr/>
          <p:nvPr/>
        </p:nvSpPr>
        <p:spPr>
          <a:xfrm>
            <a:off x="1005840" y="2834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89864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현재 상태: 프로토 버전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100584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문헌값 기반 파라미터로 구성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그룹 자체 물성 데이터는 확보 중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자체 물성 확보 시 정확도 향상 기대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846320" y="1005840"/>
            <a:ext cx="3749040" cy="315468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  <a:prstDash val="dash"/>
          </a:ln>
        </p:spPr>
      </p:sp>
      <p:sp>
        <p:nvSpPr>
          <p:cNvPr id="19" name="Text 15"/>
          <p:cNvSpPr/>
          <p:nvPr/>
        </p:nvSpPr>
        <p:spPr>
          <a:xfrm>
            <a:off x="4846320" y="20116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스크린샷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(전기화학 탭 화면)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7"/>
          <p:cNvSpPr/>
          <p:nvPr/>
        </p:nvSpPr>
        <p:spPr>
          <a:xfrm>
            <a:off x="100584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계획: 그룹 자체 측정 물성 데이터 반영 → 셀 설계 최적화 연계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요약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7680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17320"/>
            <a:ext cx="1371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2801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필터링으로 실험 현황을 빠르게 파악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945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사이클데이터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입력 방식으로 데이터 로딩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7680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패턴 수정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14600" y="2834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충방전 패턴의 전류 값 변경 가능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7680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3749040"/>
            <a:ext cx="13716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전기화학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14600" y="3611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P2D 프로토 버전 (문헌값 기반)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감사합니다. 질문 및 피드백 환영합니다!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배터리 데이터 툴 업데이트 공유</dc:title>
  <dc:subject>PptxGenJS Presentation</dc:subject>
  <dc:creator>St.Ryu</dc:creator>
  <cp:lastModifiedBy>St.Ryu</cp:lastModifiedBy>
  <cp:revision>1</cp:revision>
  <dcterms:created xsi:type="dcterms:W3CDTF">2026-04-08T06:26:38Z</dcterms:created>
  <dcterms:modified xsi:type="dcterms:W3CDTF">2026-04-08T06:26:38Z</dcterms:modified>
</cp:coreProperties>
</file>