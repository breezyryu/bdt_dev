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64008" cy="507949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" y="64008"/>
            <a:ext cx="9079992" cy="8961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37160"/>
            <a:ext cx="2011680" cy="34747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37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InterBattery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37160"/>
            <a:ext cx="1828800" cy="347472"/>
          </a:xfrm>
          <a:prstGeom prst="rect">
            <a:avLst/>
          </a:prstGeom>
          <a:solidFill>
            <a:srgbClr val="2A2A2A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37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0613"/>
                </a:solidFill>
              </a:rPr>
              <a:t>2026.03.13  COEX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95360" y="137160"/>
            <a:ext cx="411480" cy="347472"/>
          </a:xfrm>
          <a:prstGeom prst="rect">
            <a:avLst/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1371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" y="5943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참관기업 리뷰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82880" y="1024128"/>
            <a:ext cx="8778240" cy="0"/>
          </a:xfrm>
          <a:prstGeom prst="line">
            <a:avLst/>
          </a:prstGeom>
          <a:noFill/>
          <a:ln w="12700">
            <a:solidFill>
              <a:srgbClr val="2E2E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097280"/>
            <a:ext cx="4389120" cy="71323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" y="1097280"/>
            <a:ext cx="64008" cy="71323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0972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30613"/>
                </a:solidFill>
              </a:rPr>
              <a:t>업체명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13716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Zwick Roell  (독일계 글로벌 재료시험기 전문기업)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37160" y="1892808"/>
            <a:ext cx="4389120" cy="71323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892808"/>
            <a:ext cx="64008" cy="71323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8928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8C00"/>
                </a:solidFill>
              </a:rPr>
              <a:t>주요 기술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16712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배터리 전용 UTM (만능재료시험기)  |  자동화 테스트 시스템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37160" y="2688336"/>
            <a:ext cx="4389120" cy="2212848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" y="2688336"/>
            <a:ext cx="64008" cy="22128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기술 개요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23160" y="2697480"/>
            <a:ext cx="1920240" cy="25603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2697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★ 윤재혁 프로 현재 사용 장비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30358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배터리 극판·전극·분리막 등 소재 인장·압축 기계적 특성 평가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" y="32964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비접촉 변위 센서(Non-contacting sensor) 통합으로 고정밀 측정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" y="35570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testXpert® III 소프트웨어 기반 데이터 수집·분석 자동화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" y="38176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배터리 충방전기 연동(Battery tester integration) 전기-기계 복합 시험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" y="40782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환경챔버(온도·습도) 결합으로 다양한 조건 내환경 시험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040" y="43388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신형 Robot 탑재 자동화 시스템: 소형·저비용 대안 솔루션 제공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" y="4599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Z020 모델 전시 (최대 20kN, testControl II 컨트롤러 탑재)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1097280"/>
            <a:ext cx="4251960" cy="237744"/>
          </a:xfrm>
          <a:prstGeom prst="rect">
            <a:avLst/>
          </a:prstGeom>
          <a:solidFill>
            <a:srgbClr val="2A10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09728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999"/>
                </a:solidFill>
              </a:rPr>
              <a:t>UTM 클로즈업 — 배터리 소재 인장 시험 구성</a:t>
            </a:r>
            <a:endParaRPr lang="en-US" sz="85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335024"/>
            <a:ext cx="4251960" cy="182880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4754880" y="3200400"/>
            <a:ext cx="4251960" cy="237744"/>
          </a:xfrm>
          <a:prstGeom prst="rect">
            <a:avLst/>
          </a:prstGeom>
          <a:solidFill>
            <a:srgbClr val="2A10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54880" y="320040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999"/>
                </a:solidFill>
              </a:rPr>
              <a:t>ZwickRoell Z020 UTM 전시 장비 전경</a:t>
            </a:r>
            <a:endParaRPr lang="en-US" sz="85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438144"/>
            <a:ext cx="4251960" cy="146304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" y="5006340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InterBattery 2026  |  배터리 연구 참관 노트  |  Zwick Roell – Battery Testing &amp; UTM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2026-03-17T04:57:09Z</dcterms:created>
  <dcterms:modified xsi:type="dcterms:W3CDTF">2026-03-17T04:57:09Z</dcterms:modified>
</cp:coreProperties>
</file>