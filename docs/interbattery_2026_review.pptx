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" y="64008"/>
            <a:ext cx="9079992" cy="8686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37160"/>
            <a:ext cx="2011680" cy="3657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InterBattery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"/>
            <a:ext cx="18288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37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2026.03.13  COEX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594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참관기업 리뷰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2880" y="1005840"/>
            <a:ext cx="87782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078992"/>
            <a:ext cx="43891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1078992"/>
            <a:ext cx="64008" cy="7132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078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8E8"/>
                </a:solidFill>
              </a:rPr>
              <a:t>업체명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3533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JAS ATS (제이에스에이티에스)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" y="1874520"/>
            <a:ext cx="43891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" y="1874520"/>
            <a:ext cx="64008" cy="7132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주요 기술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코인셀 자동 조립 장비  |  Coin Cell Assembly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" y="2670048"/>
            <a:ext cx="4389120" cy="2240280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" y="2670048"/>
            <a:ext cx="64008" cy="2240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791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기술 개요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017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</a:rPr>
              <a:t>이차전지용 코인셀(CR2032/CR2025) 자동 조립 설비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2735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</a:rPr>
              <a:t>Full Cell / Half Cell(음극·양극) 대응 가능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5295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</a:rPr>
              <a:t>Micro Pipette 방식 전해액 자동 공급 (200µL, ±0.25µL)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7856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</a:rPr>
              <a:t>크림핑 최대 9,800N의 고압 밀봉 구현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</a:rPr>
              <a:t>비전 인스펙션 기반 조립 품질 100% 자동 검사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2976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</a:rPr>
              <a:t>Tact Time: 90초/셀 (1회 투입 200셀 뱃치)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5537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</a:rPr>
              <a:t>장비 크기: 3,200×1,300×2,400mm  |  PLC 제어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078992"/>
            <a:ext cx="4251960" cy="256032"/>
          </a:xfrm>
          <a:prstGeom prst="rect">
            <a:avLst/>
          </a:prstGeom>
          <a:solidFill>
            <a:srgbClr val="1A2F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0789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BBDD"/>
                </a:solidFill>
              </a:rPr>
              <a:t>코인셀 부품 공급 트레이 &amp; 조립 스테이션</a:t>
            </a:r>
            <a:endParaRPr lang="en-US" sz="9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35024"/>
            <a:ext cx="4251960" cy="187452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754880" y="3246120"/>
            <a:ext cx="4251960" cy="256032"/>
          </a:xfrm>
          <a:prstGeom prst="rect">
            <a:avLst/>
          </a:prstGeom>
          <a:solidFill>
            <a:srgbClr val="1A2F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2461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BBDD"/>
                </a:solidFill>
              </a:rPr>
              <a:t>장비 스펙 안내판 및 Operation Description</a:t>
            </a:r>
            <a:endParaRPr lang="en-US" sz="9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502152"/>
            <a:ext cx="4251960" cy="137160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37160" y="5001768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1122"/>
                </a:solidFill>
              </a:rPr>
              <a:t>InterBattery 2026  |  배터리 연구 참관 노트  |  JAS ATS – Coin Cell Assembly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2026-03-17T04:51:14Z</dcterms:created>
  <dcterms:modified xsi:type="dcterms:W3CDTF">2026-03-17T04:51:14Z</dcterms:modified>
</cp:coreProperties>
</file>